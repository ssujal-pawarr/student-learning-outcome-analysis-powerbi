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3"/>
  </p:notesMasterIdLst>
  <p:sldIdLst>
    <p:sldId id="256" r:id="rId3"/>
    <p:sldId id="571" r:id="rId4"/>
    <p:sldId id="572" r:id="rId5"/>
    <p:sldId id="573" r:id="rId6"/>
    <p:sldId id="574" r:id="rId7"/>
    <p:sldId id="576" r:id="rId8"/>
    <p:sldId id="577" r:id="rId9"/>
    <p:sldId id="579" r:id="rId10"/>
    <p:sldId id="578" r:id="rId11"/>
    <p:sldId id="536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82" d="100"/>
          <a:sy n="82" d="100"/>
        </p:scale>
        <p:origin x="691" y="77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Sujal-Pawarr/student-learning-outcome-analysis-powerbi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79" y="203597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endParaRPr lang="en-US" sz="54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/>
            <a:r>
              <a:rPr lang="en-US" sz="3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Outcome</a:t>
            </a:r>
            <a:endParaRPr lang="en-US" sz="3500" dirty="0"/>
          </a:p>
          <a:p>
            <a:pPr algn="l"/>
            <a:r>
              <a:rPr lang="en-US" sz="3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using NAS Data</a:t>
            </a:r>
            <a:endParaRPr lang="en-US" sz="3500" dirty="0"/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739889"/>
            <a:ext cx="4579757" cy="2506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Sujal Pawar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b="1" cap="all" dirty="0" err="1"/>
              <a:t>vidyalankar</a:t>
            </a:r>
            <a:r>
              <a:rPr lang="en-US" sz="1600" b="1" cap="all" dirty="0"/>
              <a:t> Institute of                                                         technology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electronics and computer science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US" sz="1600" b="1" dirty="0"/>
              <a:t>pawarsujal4455@gmail.com</a:t>
            </a:r>
            <a:endParaRPr lang="en-US" sz="1600" b="1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AE18A9-BF96-BD89-04AE-C3117159C0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990" y="944428"/>
            <a:ext cx="4590784" cy="4936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68" y="783812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r>
              <a:rPr lang="en-US" sz="2200" dirty="0">
                <a:latin typeface="Arial"/>
                <a:cs typeface="Arial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C38F1CEF-0693-8B5C-E101-3FD39B50F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117" y="1845128"/>
            <a:ext cx="10515600" cy="4252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Education performance differs across states and districts in India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Difficult to identify weak regions and subjects without proper analysis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 for data-driven insights to improve learning outcomes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Government conducts NAS survey but data needs visualization and interpretation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Objective: Analyze student learning performance using real government dataset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2454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8B40A916-200A-02D7-DABE-F4ACD247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45" y="1482206"/>
            <a:ext cx="10515600" cy="5245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NAS dataset from NDAP platform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data using Power BI Power Query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dataset using Unpivot technique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 for education analysis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across:</a:t>
            </a:r>
            <a:endParaRPr lang="en-US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28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28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28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participation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800" b="1" cap="all" dirty="0">
                <a:latin typeface="Arial"/>
                <a:cs typeface="Arial"/>
              </a:rPr>
              <a:t>System  Approach:</a:t>
            </a:r>
            <a:endParaRPr lang="en-US" sz="28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CA1C7DD-3C20-2542-5191-B819EE54E457}"/>
              </a:ext>
            </a:extLst>
          </p:cNvPr>
          <p:cNvSpPr/>
          <p:nvPr/>
        </p:nvSpPr>
        <p:spPr>
          <a:xfrm>
            <a:off x="839165" y="1773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</a:t>
            </a:r>
            <a:endParaRPr lang="en-US" sz="2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5893B7B-E65D-9720-17FF-2A32B22B1124}"/>
              </a:ext>
            </a:extLst>
          </p:cNvPr>
          <p:cNvSpPr/>
          <p:nvPr/>
        </p:nvSpPr>
        <p:spPr>
          <a:xfrm>
            <a:off x="839165" y="2284379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downloaded from NDAP government portal</a:t>
            </a:r>
            <a:endParaRPr lang="en-US" sz="2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63ADD18-E732-FEAE-13F6-CBBE067E3E9F}"/>
              </a:ext>
            </a:extLst>
          </p:cNvPr>
          <p:cNvSpPr/>
          <p:nvPr/>
        </p:nvSpPr>
        <p:spPr>
          <a:xfrm>
            <a:off x="6536223" y="1773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Preprocessing:</a:t>
            </a:r>
            <a:endParaRPr lang="en-US" sz="2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9D3597B-02FB-DEA5-3E12-8CFAFA30C26B}"/>
              </a:ext>
            </a:extLst>
          </p:cNvPr>
          <p:cNvSpPr/>
          <p:nvPr/>
        </p:nvSpPr>
        <p:spPr>
          <a:xfrm>
            <a:off x="6536223" y="2226259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2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data types</a:t>
            </a:r>
            <a:endParaRPr lang="en-US" sz="2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Reshaped dataset</a:t>
            </a:r>
            <a:endParaRPr lang="en-US" sz="2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F2023CD-406C-2597-822D-6271CFB7C6FD}"/>
              </a:ext>
            </a:extLst>
          </p:cNvPr>
          <p:cNvSpPr/>
          <p:nvPr/>
        </p:nvSpPr>
        <p:spPr>
          <a:xfrm>
            <a:off x="839165" y="38349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Visualization:</a:t>
            </a:r>
            <a:endParaRPr lang="en-US" sz="24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7A77EA1-2DC2-ACA0-04E2-9A6B3060F237}"/>
              </a:ext>
            </a:extLst>
          </p:cNvPr>
          <p:cNvSpPr/>
          <p:nvPr/>
        </p:nvSpPr>
        <p:spPr>
          <a:xfrm>
            <a:off x="839165" y="4345367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bar charts, column charts, and tables</a:t>
            </a:r>
            <a:endParaRPr lang="en-US" sz="2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filters and sorting for analysis</a:t>
            </a:r>
            <a:endParaRPr lang="en-US" sz="24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6F3D2F3-7C86-5962-9540-16146DBB1E3F}"/>
              </a:ext>
            </a:extLst>
          </p:cNvPr>
          <p:cNvSpPr/>
          <p:nvPr/>
        </p:nvSpPr>
        <p:spPr>
          <a:xfrm>
            <a:off x="6536223" y="38349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2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5F15B087-1568-70A4-D3C6-C8661B703DBE}"/>
              </a:ext>
            </a:extLst>
          </p:cNvPr>
          <p:cNvSpPr/>
          <p:nvPr/>
        </p:nvSpPr>
        <p:spPr>
          <a:xfrm>
            <a:off x="6536223" y="4345136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dataset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715217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572BCDC8-5B46-5F7D-AE70-539FF3900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325"/>
            <a:ext cx="2750296" cy="253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Rajasthan shows highest average student learning score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Mathematics is the most difficult subject for students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Districts like East Garo Hills and </a:t>
            </a:r>
            <a:r>
              <a:rPr lang="en-US" sz="18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Kaushambi</a:t>
            </a: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show low performance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Uttar Pradesh has highest student survey participation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helps in identifying performance trends easily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09C8C-D44F-D2AC-EF48-C37844039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433" y="801919"/>
            <a:ext cx="8873412" cy="545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6963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9AE282F2-B969-932D-56B0-BEE16409F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38" y="1622425"/>
            <a:ext cx="10515600" cy="4251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visualization helps in understanding education performance clearly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Weak districts and subjects can be identified for improvement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Government and institutions can use insights for policy planning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dashboards make large datasets easy to interpret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562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01C3E949-AAAF-FD44-3294-D62BB7B75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08" y="2000341"/>
            <a:ext cx="10515600" cy="4251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Include more years of NAS data for trend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predictive analytics using machine learning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Expand dashboard to include school infrastructure and teacher data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web-based education analytics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analysis for other countries or education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78128"/>
            <a:ext cx="10515600" cy="699952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References: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   GitHub Link:</a:t>
            </a: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2E2D5460-2E23-A305-C24D-472A1C919CAD}"/>
              </a:ext>
            </a:extLst>
          </p:cNvPr>
          <p:cNvSpPr/>
          <p:nvPr/>
        </p:nvSpPr>
        <p:spPr>
          <a:xfrm>
            <a:off x="457200" y="1920240"/>
            <a:ext cx="8229600" cy="196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NDAP Official Website — https://ndap.niti.gov.in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Documentation — https://learn.microsoft.com/power-bi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Microsoft Learn — https://learn.microsoft.com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6CAAD-9696-3B75-6473-D1A3CC7C11FE}"/>
              </a:ext>
            </a:extLst>
          </p:cNvPr>
          <p:cNvSpPr txBox="1"/>
          <p:nvPr/>
        </p:nvSpPr>
        <p:spPr>
          <a:xfrm>
            <a:off x="2052735" y="4983709"/>
            <a:ext cx="712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https://github.com/SSujal-Pawarr/student-learning-outcome-analysis-powerbi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381</Words>
  <Application>Microsoft Office PowerPoint</Application>
  <PresentationFormat>Widescreen</PresentationFormat>
  <Paragraphs>81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Times New Roman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Sujal Pawar</cp:lastModifiedBy>
  <cp:revision>102</cp:revision>
  <dcterms:created xsi:type="dcterms:W3CDTF">2024-05-21T11:55:07Z</dcterms:created>
  <dcterms:modified xsi:type="dcterms:W3CDTF">2026-03-13T03:59:50Z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